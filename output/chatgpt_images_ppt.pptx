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各位同學大家好，今天我們要分享如何利用 ChatGPT 剛推出的新一代圖像生成模型 Images 2.0 來製作完美的投影片。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首先我們先來看看這次新一代模型帶來的三大突破，這也是為什麼現在非常推薦大家再次嘗試使用 GPT 做簡報的原因。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以往 AI 生圖最容易發生的痛點包括文字崩壞、無法維持風格一致，而 Images 2.0 能夠維持高度的跨批次風格，且中文處理能力顯著提昇。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接著，我們將說明如何一步步透過 6 個實戰步驟，讓 AI 幫你完成從企劃到生成 PPTX 檔案的完整流程。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第一步是要把詳細的規劃書上傳給 GPT，並用 Prompt 精確限制規格。第二步則是要求先生成骨架，確保每一頁只講一件事且邏輯順暢。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第三步是建立整份簡報的色彩與字體規範，避免產出的簡報東拼西湊。第四步則是依照規範分批生圖，以維持相同的排版風格。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第五步可以讓 GPT 產出逐頁講稿，讓你上台報告時更加得心應手。第六步則可以直接打包，不需一張張下載圖片。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當圖片中出現錯字時，最快的方式是直接手動塗改；如果遇到排版風格突變，通常是 GPT 被降級，可以重開對話解決。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最後，我們要分享兩個重要的心法。AI 是能力的放大器，不能替代你自己的判斷力與策略性思考。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心法一強調不要直接給一句模糊的「幫我做簡報」，要先做好思考。心法二則是把內容與視覺拆開，先確定內容對了再做視覺化。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謝謝大家的聆聽，今天的簡報到此結束，歡迎提問。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ChatGPT 簡報製作教學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2400"/>
            </a:pPr>
            <a:r>
              <a:t>使用 Images 2.0 從視覺規範到一鍵打包 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第一部分：Images 2.0 的三大突破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解決傳統 AI 生圖痛點，帶來全新簡報視覺體驗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Images 2.0 的有感提升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1. 中文字幕幾乎無錯字：以往筆劃崩壞、亂碼問題降至極低</a:t>
            </a:r>
          </a:p>
          <a:p>
            <a:pPr>
              <a:spcAft>
                <a:spcPts val="1000"/>
              </a:spcAft>
              <a:defRPr sz="2000"/>
            </a:pPr>
            <a:r>
              <a:t>2. 構圖設計感大幅提升：版面多樣且精緻，超越傳統生圖工具</a:t>
            </a:r>
          </a:p>
          <a:p>
            <a:pPr>
              <a:spcAft>
                <a:spcPts val="1000"/>
              </a:spcAft>
              <a:defRPr sz="2000"/>
            </a:pPr>
            <a:r>
              <a:t>3. 跨批次風格高度一致：精準記憶上下文的視覺設計規範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第二部分：六步驟極速簡報工作流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從定義任務到一鍵打包下載的實戰指南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步驟 1-2：定義任務與對焦骨架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【第一步：定義任務】</a:t>
            </a:r>
          </a:p>
          <a:p>
            <a:pPr>
              <a:spcAft>
                <a:spcPts val="1000"/>
              </a:spcAft>
              <a:defRPr sz="2000"/>
            </a:pPr>
            <a:r>
              <a:t>上傳企劃書檔案，並明確界定五要素：主題、對象、目的、頁數、風格。</a:t>
            </a:r>
          </a:p>
          <a:p>
            <a:pPr>
              <a:spcAft>
                <a:spcPts val="1000"/>
              </a:spcAft>
              <a:defRPr sz="2000"/>
            </a:pPr>
            <a:r>
              <a:t>【第二步：對焦骨架】</a:t>
            </a:r>
          </a:p>
          <a:p>
            <a:pPr>
              <a:spcAft>
                <a:spcPts val="1000"/>
              </a:spcAft>
              <a:defRPr sz="2000"/>
            </a:pPr>
            <a:r>
              <a:t>請 GPT 以表格產出大綱，包含頁碼、標題、核心訊息與建議畫面類型。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步驟 3-4：設定風格與分批生圖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【第三步：建立風格規範】</a:t>
            </a:r>
          </a:p>
          <a:p>
            <a:pPr>
              <a:spcAft>
                <a:spcPts val="1000"/>
              </a:spcAft>
              <a:defRPr sz="2000"/>
            </a:pPr>
            <a:r>
              <a:t>在生圖前，先要求 GPT 定義色彩（色碼）、字體調性及封面設計方向。</a:t>
            </a:r>
          </a:p>
          <a:p>
            <a:pPr>
              <a:spcAft>
                <a:spcPts val="1000"/>
              </a:spcAft>
              <a:defRPr sz="2000"/>
            </a:pPr>
            <a:r>
              <a:t>【第四步：分批生圖】</a:t>
            </a:r>
          </a:p>
          <a:p>
            <a:pPr>
              <a:spcAft>
                <a:spcPts val="1000"/>
              </a:spcAft>
              <a:defRPr sz="2000"/>
            </a:pPr>
            <a:r>
              <a:t>按視覺規範分批生成 16:9 的投影片圖片（因為單次生圖上限為 10 張）。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步驟 5-6：生成講稿與打包下載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【第五步：逐頁講稿撰寫】</a:t>
            </a:r>
          </a:p>
          <a:p>
            <a:pPr>
              <a:spcAft>
                <a:spcPts val="1000"/>
              </a:spcAft>
              <a:defRPr sz="2000"/>
            </a:pPr>
            <a:r>
              <a:t>利用 GPT 根據圖片內容及原本的文件，為你撰寫具備說服力的逐頁講稿要點。</a:t>
            </a:r>
          </a:p>
          <a:p>
            <a:pPr>
              <a:spcAft>
                <a:spcPts val="1000"/>
              </a:spcAft>
              <a:defRPr sz="2000"/>
            </a:pPr>
            <a:r>
              <a:t>【第六步：一鍵打包 PPTX】</a:t>
            </a:r>
          </a:p>
          <a:p>
            <a:pPr>
              <a:spcAft>
                <a:spcPts val="1000"/>
              </a:spcAft>
              <a:defRPr sz="2000"/>
            </a:pPr>
            <a:r>
              <a:t>最後下指令請 GPT 將生成的所有圖片統整，一鍵打包成 PPTX 檔下載。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常見問題與高效解法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出現錯字或局部不滿意？</a:t>
            </a:r>
          </a:p>
          <a:p>
            <a:pPr>
              <a:spcAft>
                <a:spcPts val="800"/>
              </a:spcAft>
              <a:defRPr sz="1800"/>
            </a:pPr>
            <a:r>
              <a:t>塗改壓字：直接在修圖軟體中塗掉錯字並壓上新字，速度最快。</a:t>
            </a:r>
          </a:p>
          <a:p>
            <a:pPr>
              <a:spcAft>
                <a:spcPts val="800"/>
              </a:spcAft>
              <a:defRPr sz="1800"/>
            </a:pPr>
            <a:r>
              <a:t>局部重繪：使用 GPT 圈選功能並下 Prompt 重新生成特定區域。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82880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排版風格突然變了？</a:t>
            </a:r>
          </a:p>
          <a:p>
            <a:pPr>
              <a:spcAft>
                <a:spcPts val="800"/>
              </a:spcAft>
              <a:defRPr sz="1800"/>
            </a:pPr>
            <a:r>
              <a:t>降級Fallback：多人使用時 GPT 可能偷降級為舊模型運算。</a:t>
            </a:r>
          </a:p>
          <a:p>
            <a:pPr>
              <a:spcAft>
                <a:spcPts val="800"/>
              </a:spcAft>
              <a:defRPr sz="1800"/>
            </a:pPr>
            <a:r>
              <a:t>重開對話：新開對話，並在 Prompt 強制指定「使用最新模型」。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第三部分：AI 簡報核心心法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決定簡報好壞與說服力的，依然是人類的大腦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/>
            </a:pPr>
            <a:r>
              <a:t>兩大不可忽視的 AI 簡報心法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心法一：先想清楚，再讓 AI 放大觀點</a:t>
            </a:r>
          </a:p>
          <a:p>
            <a:pPr>
              <a:spcAft>
                <a:spcPts val="1000"/>
              </a:spcAft>
              <a:defRPr sz="2000"/>
            </a:pPr>
            <a:r>
              <a:t> - AI 是放大器，不是判斷力的替代品；必須自己先理清邏輯</a:t>
            </a:r>
          </a:p>
          <a:p>
            <a:pPr>
              <a:spcAft>
                <a:spcPts val="1000"/>
              </a:spcAft>
              <a:defRPr sz="2000"/>
            </a:pPr>
            <a:r>
              <a:t>心法二：敘事邏輯與視覺邏輯分開處理</a:t>
            </a:r>
          </a:p>
          <a:p>
            <a:pPr>
              <a:spcAft>
                <a:spcPts val="1000"/>
              </a:spcAft>
              <a:defRPr sz="2000"/>
            </a:pPr>
            <a:r>
              <a:t> - 輸入端注重「敘事說服力」；輸出端再用 AI 強化「視覺呈現」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問與答 (Q&amp;A)</a:t>
            </a:r>
          </a:p>
          <a:p>
            <a:pPr>
              <a:spcAft>
                <a:spcPts val="1000"/>
              </a:spcAft>
              <a:defRPr sz="2000"/>
            </a:pPr>
            <a:r>
              <a:t>本文授權轉載自經理人月刊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ChatGPT簡報教學：Images 2.0從視覺規範到打包PPTX</dc:title>
  <dc:subject>AI簡報極速工作流</dc:subject>
  <dc:creator>經理人月刊 (Antigravity 整理)</dc:creator>
  <cp:keywords>ChatGPT, Images 2.0, PPT製作, AI工具, 簡報技巧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