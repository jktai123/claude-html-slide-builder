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D700"/>
                </a:solidFill>
                <a:latin typeface="Arial"/>
              </a:defRPr>
            </a:pPr>
            <a:r>
              <a:t>極致科技：Canva 質感簡報系統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黃黑配色設計與高相容性 Keynote 匯出範本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製作人：Antigravity AI 助理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9601200" y="4297680"/>
            <a:ext cx="2590495" cy="2560320"/>
          </a:xfrm>
          <a:prstGeom prst="rtTriangl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第一部分：全新幾何卡片排版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第一部分：全新幾何卡片排版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告別枯燥的 Bullet List，打造高品質演示文稿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標準卡片與幾何視覺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583680" cy="4389120"/>
          </a:xfrm>
          <a:prstGeom prst="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採用 16:9 寬螢幕黃金版面比例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主色調金黃色與暗黑背景的高對比度呈現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左側文字內容自動適應，防止溢出或重疊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43891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329184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Arial"/>
              </a:defRPr>
            </a:pPr>
            <a:r>
              <a:t>圖片：幾何星空示意圖</a:t>
            </a:r>
          </a:p>
        </p:txBody>
      </p:sp>
      <p:sp>
        <p:nvSpPr>
          <p:cNvPr id="8" name="Diamond 7"/>
          <p:cNvSpPr/>
          <p:nvPr/>
        </p:nvSpPr>
        <p:spPr>
          <a:xfrm>
            <a:off x="9372600" y="2377440"/>
            <a:ext cx="548640" cy="5486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橫向跑馬燈卡片列表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109728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2011680"/>
            <a:ext cx="36576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高效的卡片區塊設計，第一時間抓住讀者眼球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10362895" cy="109728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3337560"/>
            <a:ext cx="36576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46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黃色序號小標記增加層次感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97680"/>
            <a:ext cx="10362895" cy="109728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4663440"/>
            <a:ext cx="365760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5720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rial"/>
              </a:defRPr>
            </a:pPr>
            <a:r>
              <a:t>統一字型與極簡線條，確保 Keynote 無損打開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雙欄卡片排版對比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4937760" cy="438912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方案 A (雲端無伺服器)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部署極其快速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按需計費，成本低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方案 B (傳統實體機)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需要專人運維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初期硬件成本高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自動化部署業務流程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需求分析與結構規劃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76523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6563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443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443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Canva 質感色盤渲染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畫布安全性自我查核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40851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0891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匯出為 Keynote 相容 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核心方案多維度評估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雲原生架構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混合雲架構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傳統虛擬化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部署難度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簡單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複雜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安全合規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極高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資源利用率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系統四大核心價值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高效處理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採用並行異步執行架構，大幅減少生成時間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極致安全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全程本地或加密通道傳輸，不洩露敏感數據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彈性擴展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模組化插件設計，輕鬆對接第三方服務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完美排版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智能防重疊文字縮放，確保視覺精確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帶說明的視覺卡片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486400" cy="43891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3383280" y="2926080"/>
            <a:ext cx="548640" cy="5486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Arial"/>
              </a:defRPr>
            </a:pPr>
            <a:r>
              <a:t>圖片：gRPC 服務通信圖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4419295" cy="4389120"/>
          </a:xfrm>
          <a:prstGeom prst="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920240"/>
            <a:ext cx="3870655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右側為系統底層微服務通信架構解析說明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涵蓋 API Gateway、Auth Service 以及 Generator-Core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各組件之間通過 gRPC 進行高吞吐量數據同步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Premium PPTX Test</dc:title>
  <dc:subject>Testing New Design Constraints</dc:subject>
  <dc:creator>Antigravity</dc:creator>
  <cp:keywords>Test, Canva, key-color yellow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