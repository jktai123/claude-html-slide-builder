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0" b="1">
                <a:solidFill>
                  <a:srgbClr val="FFD700"/>
                </a:solidFill>
                <a:latin typeface="Arial"/>
              </a:defRPr>
            </a:pPr>
            <a:r>
              <a:t>AI Agent 如何改變你的工作流程？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最實用的 AI Agent 工具教學、運作模式與企業應用指南</a:t>
            </a:r>
          </a:p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導讀整理：達文西數位科技</a:t>
            </a:r>
          </a:p>
        </p:txBody>
      </p:sp>
      <p:sp>
        <p:nvSpPr>
          <p:cNvPr id="4" name="Right Triangle 3"/>
          <p:cNvSpPr/>
          <p:nvPr/>
        </p:nvSpPr>
        <p:spPr>
          <a:xfrm rot="10800000">
            <a:off x="9601200" y="4297680"/>
            <a:ext cx="2590495" cy="2560320"/>
          </a:xfrm>
          <a:prstGeom prst="rtTriangl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一、AI Agent 的定義與核心概念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一、AI Agent 的定義與核心概念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什麼是 AI Agent？與 LLM、Chatbot 有何不同？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Chatbot vs LLM vs AI Agent 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比較項目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Chatbot (傳統機器人)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LLM (大語言模型)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AI Agent (智慧代理人)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核心定位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對話介面與簡單資訊查詢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知識庫與內容生成大腦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具備行動力的數位同僚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運作機制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依據預設規則/關鍵字回覆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依據提示詞生成文字/圖像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獨立規劃步驟並自動呼叫工具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主動性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被動觸發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被動生成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主動決策、反思與執行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二、AI Agent 的 4 大核心運作模式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二、AI Agent 的 4 大核心運作模式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感知、記憶、規劃與行動：AI Agent 像人一樣思考的關鍵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AI Agent 的四大運作步驟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感知 (Perception): 接收並讀懂文字、聲音、圖像及 API 數據狀態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76523" y="3840480"/>
            <a:ext cx="274320" cy="2286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96563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9443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9443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記憶 (Memory): 短期與長期記憶儲存，記住上下文並累積過往決策經驗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58687" y="3840480"/>
            <a:ext cx="274320" cy="2286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規劃 (Planning): 拆解複雜目標為小步驟，並具備自我反思與計畫調整能力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40851" y="3840480"/>
            <a:ext cx="274320" cy="2286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0891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771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771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行動 (Action): 自動執行發信、排會、更新資料庫及呼叫工具等實際操作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三、精選 6 款 AI Agent 工具推薦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三、精選 6 款 AI Agent 工具推薦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從非技術人員的無程式碼工具，到工程師的開發框架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適合不同角色的 AI Agent 工具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3891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4937760" cy="438912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適合初學者與非技術人員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OpenAI GPTs: 免程式碼，自然語言設定個人助理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Copilot Studio: 微軟企業級工具，整合 Office 365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Gumloop: 強大的工作流自動化與數據抓取工具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3855" y="192024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適合開發者與進階使用者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LangChain: 最主流的 LLM 鏈接與組件框架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AutoGPT / BabyAGI: 自動規劃任務的自主 Agent 專案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CrewAI: 易於構建多 Agent 團隊協同合作的框架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四、企業如何逐步導入 AI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四、企業如何逐步導入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从小範圍測試到全面自動化：循序漸進的導入路徑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企業導入 AI Agent 四步法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Step 1: 挑出重複性高、規則明確且耗時的工作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76523" y="3840480"/>
            <a:ext cx="274320" cy="2286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96563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9443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9443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Step 2: 整理工作 SOP，明確步驟與例外狀況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58687" y="3840480"/>
            <a:ext cx="274320" cy="2286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Step 3: 小規模測試，觀察表現並排查 AI 幻覺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40851" y="3840480"/>
            <a:ext cx="274320" cy="2286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0891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771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771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Step 4: 人類把關 (80% AI 執行, 20% 人類確認)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五、AI Agent 常見 3 大企業應用領域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五、AI Agent 常見 3 大企業應用領域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智能客服 2.0、IT 維運、自動化行銷分析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AI Agent 熱門應用場景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智能客服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2468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從回答問題升級為直接幫客戶操作（如自動處理退貨流程，結合 LINE OA 串接後台）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20040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148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軟體開發與 IT 維運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651760"/>
            <a:ext cx="2468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自動編寫代碼、Debug、監控系統警報並分析系統日誌，實現自癒式維運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0040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48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自動化行銷分析師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2468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自動抓取 GA4、廣告成效數據，分析表現變化原因，並自動生成完整報告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六、如何讓網站被 AI 與 AI Agent 看懂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六、如何讓網站被 AI 與 AI Agent 看懂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AEO/GEO 時代：把技術真正轉成流量與轉換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4 個關鍵優化方向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完善結構化資料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透過 Schema.org / JSON-LD 替網頁寫說明書，方便 AI 抓取與直接理解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建立權威性 (E-E-A-T)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提供專業背景與明確作者介紹，爭取被 Perplexity 等工具引用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問答式內容結構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將內容整理為問題配答案的 FAQ 形式，便於 AI 和用戶快速定位重點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SEO 排名仍是關鍵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AI 優先索引排名靠前的網站。做好 SEO 基礎是讓 AI 看見你的前提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Agent如何改變你的工作流程</dc:title>
  <dc:subject>AI Agent 概念、工具與企業應用指南</dc:subject>
  <dc:creator>Olivia / 達文西數位科技</dc:creator>
  <cp:keywords>AI Agent, MarTech, AI 工具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