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FD700"/>
                </a:solidFill>
                <a:latin typeface="Arial"/>
              </a:defRPr>
            </a:pPr>
            <a:r>
              <a:t>Antigravity 技能全景圖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全方位解析您的 91 個代理人技能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涵蓋 Notion、社群媒體、AI 視覺、簡報生成等核心模組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導出時間: 2026-07-13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9601200" y="4297680"/>
            <a:ext cx="2590495" cy="2560320"/>
          </a:xfrm>
          <a:prstGeom prst="rtTriangl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模組：Notion與工作流整合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模組：Notion與工作流整合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6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Notion與工作流整合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Notion 日記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自動在 Notion 資料庫建立/更新台北時間當天的日記（格式 mm/dd/yyyy），支持資料追加。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notion-cli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調用 Notion CLI 工具 ntn，用以操作 Notion API、部署 Notion Worker 以及上傳檔案。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notion-knowledge-capture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將對話或討論內容結構化地捕獲，並直接存入 Notion wiki 或資料庫中，防止知識碎片化。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notion-meeting-intelligence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收集 Notion 中的會議背景，經由 AI 提煉後，為內部生成 Pre-read，並為外部生成 Agenda 儲存至 Notion。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Notion與工作流整合 (第 2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notion-research-documentation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跨 Notion 多個頁面搜尋、綜合分析，最終生成帶有正確引用的綜合研究報告。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notion-spec-to-implementation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將 Notion 上的產品或技術規格書拆解成具體的實作任務，以便於 Claude Code 直接執行與進度追蹤。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模組：社群媒體與內容發布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模組：社群媒體與內容發布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6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社群媒體與內容發布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baoyu-post-to-wechat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發布文章至微信公眾號，自動將外鏈轉換為微信友好的底部引用，並支持多圖文發布。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baoyu-post-to-weibo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發布常規微博（文字/圖影）或長篇頭條文章至新浪微博。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baoyu-post-to-x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發布推文、推特貼圖，或是長篇 X Articles (Markdown 格式)。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baoyu-xhs-images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將文章內容拆解，並生成 1-10 張適合小紅書/微信圖文的精美資訊圖卡。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社群媒體與內容發布 (第 2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content-creation-publisher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整合網頁採集、Markdown 格式化、智能配圖、多平台發布的「全流程一站式解決方案」。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baoyu-wechat-summary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利用本地 wx-cli 工具，導出微信群聊紀錄並生成結構化的精華摘要，包含普通版與毒舌吐槽版。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模組：AI圖像生成與視覺設計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模組：AI圖像生成與視覺設計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11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AI圖像生成與視覺設計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baoyu-image-gen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呼叫各類 AI 繪圖 API（GPT Image 2, Google 等）進行單張或批量生圖，支持參考圖和寬高比。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cc-draw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為 Claude Code 安裝基於 gpt-image-2 的生圖擴充。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baoyu-cover-image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自訂生成比例為電影寬螢幕(2.35:1)、寬螢幕(16:9)或正方形(1:1)的高品質文章封面圖。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baoyu-article-illustrator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分析文章結構，找出最需要視覺輔助的段落，自動為文章生成整套插圖。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AI圖像生成與視覺設計 (第 2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baoyu-comic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創作教育型漫畫（類似 Logicomix 風格），自動生成分鏡腳本並批量繪製漫畫格。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自動繪製並輸出精美的深色主題 SVG 流程圖、架構圖、時序圖或心智圖。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drawio-skill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生成 .drawio XML 圖表檔，並調用本地 draw.io 桌面 CLI 自動將其導出為 PNG、SVG 或 PDF。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ai-infographic-master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設計專業、資訊密度高、適合手機閱讀（9:16）的黑板風格或現代風格資訊圖卡。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AI圖像生成與視覺設計 (第 3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chalkboard-infographic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設計粉筆黑板風格資訊圖卡。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s-summary-designer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將連結進行深度結構化解析，並轉化為高品質手機版資訊圖卡 (9:16)。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baoyu-infographic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分析文字內容，選擇 21 種版面與 22 種視覺風格之一，生成適合出版的高品質資訊圖表。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模組：互動簡報與PPT生成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模組：互動簡報與PPT生成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3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互動簡報與PPT生成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html-slide-builder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自動將文字、PDF 或教材轉為 Reveal.js 互動簡報，包含 AI 背景、SVG 圖標、Firebase 互動與 CSS 心智圖。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ppt-generator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基於七大角色協同機制，完成主題規劃、模板推薦、內容填充與 AI 配圖，生成標準的 .pptx 簡報。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nanobanana-ppt-visualizer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PPT 視覺增強工具，提供多風格渲染、網頁播放器生成與 PPT 轉影片合成。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模組：影片轉錄與多媒體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模組：影片轉錄與多媒體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6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影片轉錄與多媒體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yt-transcript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下載並轉錄無字幕的 YouTube 影片為中文逐字稿，自動標記時間戳記與說話者。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baoyu-youtube-transcript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提取 YouTube 影片字幕（支援多語系與翻譯），下載影片封面圖，並將字幕整理成乾淨文本。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video-transcript-downloader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基於 yt-dlp 下載任何網站的影片、音訊與字幕，並將其格式化為段落分明的文字檔。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notebooklm-transcribe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將本機音檔上傳至 NotebookLM 轉錄為逐字稿，並自動存入 Obsidian Clipping 筆記中。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影片轉錄與多媒體 (第 2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video-creation-suite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完整的影片創作與合成套件。整合 Coze API、Edge-TTS 與 Suno API。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video-recreation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影片二創工具，支援視覺分析、語音合成、背景音樂與視頻合成流程。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模組：Chrome自動化與網頁除錯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模組：Chrome自動化與網頁除錯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5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Chrome自動化與網頁除錯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chrome-devtools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通過 MCP 控制 Chrome 瀏覽器，執行點擊、輸入、截圖、提取 DOM 樹等自動化任務。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a11y-debugging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依據 web.dev 指南審查網頁無障礙設計（Semantic HTML, ARIA 標籤, 色彩對比度等）。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debug-optimize-lcp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檢測與調優網頁 LCP（最大內容繪製時間）指標，優化 Core Web Vitals 載入速度。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memory-leak-debugging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診斷 JS/Node.js 的記憶體洩漏，分析 Heap Snapshot 效能。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Chrome自動化與網頁除錯 (第 2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用於排除 Chrome CDP 連線異常與 Target 遺失等環境問題。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模組：Firebase與行動端開發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模組：Firebase與行動端開發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12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Firebase與行動端開發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Firebase 環境初始化與 CLI 工具整合設定。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firebase-firestore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Firestore 資料庫管理、安全性規則審查與 SDK 程式碼生成。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firebase-auth-basics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整合 Firebase 會員驗證（Auth）基本設定。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firebase-hosting-basics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整合 Firebase 靜態託管（Hosting）與 CLI 部署部署。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Firebase與行動端開發 (第 2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firebase-app-hosting-basics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整合 Firebase App Hosting 全端伺服器託管（例如 Next.js/Angular）。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firebase-remote-config-basics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Firebase Remote Config 範本管理、功能旗標與 client SDK 整合。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firebase-crashlytics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Firebase Crashlytics 閃退監控配置與 client SDK 串接。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firebase-data-connect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Firebase SQL Connect (PostgreSQL 資料庫) 安全設計與 SDK 生成。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Firebase與行動端開發 (第 3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firebase-security-rules-auditor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評估與審查 Firestore 安全性規則，提供防護建議。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firebase-ai-logic-basics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整合 Firebase AI Logic（Gemini API）至 Web 應用程式中。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android-cli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使用 Android CLI 工具進行專案創建、真機/模擬器部署與環境診斷。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xcode-project-setup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修改 iOS Xcode 專案檔（.pbxproj），自動引入 Swift Packages 並連結檔案。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模組：Antigravity與ClaudeCode設定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模組：Antigravity與ClaudeCode設定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14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Antigravity與ClaudeCode設定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antigravity-guide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Google Antigravity (AGY) 框架的使用指南，包含 CLI、SDK 與客製化自訂。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claude-code-lazy-packs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懶人包全集，快速建置環境、MCP 與輔助技能。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cc-draw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安裝 gpt-image-2 本地生圖 skill。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cc-env-setup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本地開發環境建置（Node.js, uv）。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Antigravity與ClaudeCode設定 (第 2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cc-firebase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連接 Firebase MCP 工具環境。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設定 Gemini 免費 API。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連接 GitHub CLI 工具環境。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cc-install-all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一次安裝所有 Claude Code 懶人包擴充。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Antigravity與ClaudeCode設定 (第 3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cc-notebooklm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連接 NotebookLM MCP。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cc-obsidian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連接 Obsidian MCPVault 筆記本。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安裝本地 AI Ollama。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cc-second-brain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第二大腦三層結構設定（Obsidian）。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Antigravity與ClaudeCode設定 (第 4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cc-supabase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連接 Supabase MCP 開發環境。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cc-workspace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Claude Code 老師建專案、初始化班級工具模式。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模組：實用輔助工具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模組：實用輔助工具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此模組共包含 20 個實用代理人技能</a:t>
            </a:r>
            <a:br/>
            <a:r>
              <a:t>以下為其詳細功能與適用場景。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實用輔助工具 (第 1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baoyu-translate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精細翻譯，支援術語庫與在地化修正。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baoyu-url-to-markdown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利用 CDP 渲染網頁並轉為 Markdown 儲存。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baoyu-compress-image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將指定圖片壓縮並轉換為 WebP 格式。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baoyu-format-markdown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Markdown 格式化、美化排版工具。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實用輔助工具 (第 2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baoyu-electron-extract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解包 Electron asar 套件，還原混淆過的 JS 原始碼。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file-organizer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基於內容分析自動分類整理與重命名檔案。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smart-search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基於 opencli 的智能搜尋路由器。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summary-master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網頁或 YouTube 影片深度解析與結構化總結工具。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實用輔助工具 (第 3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detail-master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徹底分析文章或影片逐字稿，羅列出每一個主題元素。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tldr-summarizer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懶人包 → PDF / Canva 專用 TL;DR 總結工具。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bedtime-story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為兒童講述溫馨的睡前故事與成語典故。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daily-devotion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每日靈修日記與反思寫作輔助。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實用輔助工具 (第 4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japanese-travel-designer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日本旅遊行程規劃與在地化設計。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last30days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研究過去 30 天內各大社群平台對特定主題的真實討論。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manga-alchemy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漫畫煉金術，提供漫畫分鏡與視覺設定引導。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pd-agenda-schools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學校專業發展(PD)議程生成與管理。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實用輔助工具 (第 5 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prompt-alchemist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指令煉金術，將原始需求轉換為高級 Prompt 指令。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publish-to-github-io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自動將生成的 HTML 網頁部署至 GitHub Pages Portal 目錄。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find-skills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協助使用者探索並安裝新的代理人技能。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skill-scanner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安全審查工具，檢測第三方技能是否包含惡意代碼。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Antigravity 技能全景圖 (Skills Panorama)</dc:title>
  <dc:subject>Agent Skills Catalog</dc:subject>
  <dc:creator>Antigravity Agent</dc:creator>
  <cp:keywords>agent, skills, panorama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